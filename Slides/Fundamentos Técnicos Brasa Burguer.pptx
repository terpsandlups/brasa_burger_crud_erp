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paceGrotesk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762000"/>
            <a:ext cx="10668000" cy="5334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152798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586186"/>
            <a:ext cx="810101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Desconstruindo o Brasa Burguer.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155727"/>
            <a:ext cx="58102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Conceitos técnicos fundamentais e a conexão com a matriz curricular do semestre.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2062311"/>
            <a:ext cx="22979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APÊNDICE TÉCNICO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858000" y="933450"/>
            <a:ext cx="4572000" cy="1171575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858000" y="2333625"/>
            <a:ext cx="4572000" cy="981075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58000" y="3543300"/>
            <a:ext cx="4572000" cy="1171575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858000" y="4943475"/>
            <a:ext cx="4572000" cy="981075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858000" y="933450"/>
            <a:ext cx="38100" cy="1171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858000" y="2333625"/>
            <a:ext cx="38100" cy="981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858000" y="3543300"/>
            <a:ext cx="38100" cy="1171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858000" y="4943475"/>
            <a:ext cx="38100" cy="9810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1980307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FUNDAMENTO DE SOFTWARE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332732"/>
            <a:ext cx="4900612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base de tudo: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O que é CRUD?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887092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CRUD é o acrônimo para as quatro operações fundamentais que sustentam qualquer sistema que manipule dados.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24700" y="1162050"/>
            <a:ext cx="50673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Create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(Criar)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124700" y="1495425"/>
            <a:ext cx="4171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Cadastrar um novo cliente ou produto no banco de dados.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24700" y="2562225"/>
            <a:ext cx="50673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(Ler)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24700" y="289560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Consultar e exibir a lista de pedidos pendentes na tela.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24700" y="3771900"/>
            <a:ext cx="50673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Update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(Atualizar)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24700" y="4105275"/>
            <a:ext cx="4171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Mudar o status de um pedido de "Em Preparo" para "Pronto".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24700" y="5172075"/>
            <a:ext cx="50673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Delete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(Excluir)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24700" y="550545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Remover um ingrediente que saiu de linha do sistema.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762000" y="1857375"/>
            <a:ext cx="5143500" cy="423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86500" y="1857375"/>
            <a:ext cx="5143500" cy="423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62000" y="1857375"/>
            <a:ext cx="5143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219200" y="4714875"/>
            <a:ext cx="4229100" cy="457200"/>
          </a:xfrm>
          <a:prstGeom prst="roundRect">
            <a:avLst>
              <a:gd fmla="val 1666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286500" y="1857375"/>
            <a:ext cx="5143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743700" y="4714875"/>
            <a:ext cx="4229100" cy="609600"/>
          </a:xfrm>
          <a:prstGeom prst="roundRect">
            <a:avLst>
              <a:gd fmla="val 125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3526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3700" y="23526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Arquitetura: Front-end vs Back-end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219200" y="29622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Front-end (React/JS)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219200" y="3457575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"O Balcão de Atendimento"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19200" y="3800475"/>
            <a:ext cx="4324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É a interface que o usuário vê e interage. Responsável por desenhar botões, tabelas, coletar cliques e montar a tela do PDV e Dashboard.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743700" y="2962275"/>
            <a:ext cx="544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Back-end (Supabase)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743700" y="3457575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"A Cozinha e a Dispensa"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743700" y="3800475"/>
            <a:ext cx="4324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inteligência oculta. Recebe requisições, valida regras (autenticação, permissões), grava informações de forma segura e devolve os dados processados.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371600" y="4867275"/>
            <a:ext cx="4905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Exemplo: O operador digita o CPF do cliente.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896100" y="4867275"/>
            <a:ext cx="4019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Exemplo: O banco busca no registro se o CPF existe e retorna o nome.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1147762"/>
            <a:ext cx="6667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LINGUAGEM DE FRONT-END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1500187"/>
            <a:ext cx="5700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JavaScript: Dando vida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à interface.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2795587"/>
            <a:ext cx="7000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Linguagem Base (JS)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3119437"/>
            <a:ext cx="542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Controla toda a lógica do navegador: o que acontece quando clica, cálculos na tela, e comunicação com a API.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3805237"/>
            <a:ext cx="7000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Biblioteca (React)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4129087"/>
            <a:ext cx="5429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Ao invés de escrever código bruto, o React usa "componentes" (como blocos de Lego) para montar telas complexas e rápidas sem recarregar a página.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5005387"/>
            <a:ext cx="7000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Aplicação Prática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329237"/>
            <a:ext cx="542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Permite arrastar pedidos no Kanban (Dashboard) e ver o cálculo do preço mudar em tempo real no carrinho.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762000" y="3224212"/>
            <a:ext cx="3403550" cy="21717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394150" y="3224212"/>
            <a:ext cx="3403550" cy="21717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026300" y="3319462"/>
            <a:ext cx="3403550" cy="198120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3538537"/>
            <a:ext cx="2774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475" y="3538537"/>
            <a:ext cx="2774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0625" y="3633787"/>
            <a:ext cx="2774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-285750" y="1462087"/>
            <a:ext cx="1276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LÓGICA &amp; AUTOMAÇÃO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-285750" y="1776412"/>
            <a:ext cx="1276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Python: O motor de dados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-285750" y="2414587"/>
            <a:ext cx="1276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Scripts executados nos bastidores para gerar inteligência, simular operações e preparar o ambiente.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76325" y="399573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População Inicial (Seed)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76325" y="4319587"/>
            <a:ext cx="28701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Scripts que leem catálogos e injetam milhares de produtos e configurações via API em segundos, preparando o sistema.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708475" y="399573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Simulação Realista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708475" y="4319587"/>
            <a:ext cx="28701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Algoritmos de lógica que geram pedidos fictícios baseados em sazonalidade (ex: mais vendas na sexta à noite).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340625" y="4090987"/>
            <a:ext cx="36420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Tratamento de Dados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340625" y="4414837"/>
            <a:ext cx="287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Extração e limpeza da base transacional para alimentar ferramentas analíticas avançadas.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762000" y="2625328"/>
            <a:ext cx="5448300" cy="2864643"/>
          </a:xfrm>
          <a:prstGeom prst="roundRect">
            <a:avLst>
              <a:gd fmla="val 399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1300" y="43576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1300" y="4810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1300" y="52625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62000" y="1368028"/>
            <a:ext cx="5393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MATÉRIA NA PRÁTICA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1682353"/>
            <a:ext cx="566320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Lógica de Programação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066800" y="2930128"/>
            <a:ext cx="604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// Algoritmo de Fechamento de Caixa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066800" y="3234928"/>
            <a:ext cx="4933950" cy="1950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(tipoPagamento == 'Dinheiro')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</a:t>
            </a:r>
            <a:r>
              <a:rPr b="0" i="0" lang="en-US" sz="1200" u="none" cap="none" strike="noStrike">
                <a:solidFill>
                  <a:srgbClr val="E5C07B"/>
                </a:solidFill>
                <a:latin typeface="Arial"/>
                <a:ea typeface="Arial"/>
                <a:cs typeface="Arial"/>
                <a:sym typeface="Arial"/>
              </a:rPr>
              <a:t>verificarTroco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(valorEntregue, totalPedido);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} </a:t>
            </a:r>
            <a:r>
              <a:rPr b="0" i="0" lang="en-US" sz="1200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SENÃO SE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(tipoPagamento == 'Cartão')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</a:t>
            </a:r>
            <a:r>
              <a:rPr b="0" i="0" lang="en-US" sz="1200" u="none" cap="none" strike="noStrike">
                <a:solidFill>
                  <a:srgbClr val="E5C07B"/>
                </a:solidFill>
                <a:latin typeface="Arial"/>
                <a:ea typeface="Arial"/>
                <a:cs typeface="Arial"/>
                <a:sym typeface="Arial"/>
              </a:rPr>
              <a:t>aplicarTaxaMaquina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(totalPedido, taxa);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5C07B"/>
                </a:solidFill>
                <a:latin typeface="Arial"/>
                <a:ea typeface="Arial"/>
                <a:cs typeface="Arial"/>
                <a:sym typeface="Arial"/>
              </a:rPr>
              <a:t>atualizarFluxoDeCaixa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(totalLiquido);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5C07B"/>
                </a:solidFill>
                <a:latin typeface="Arial"/>
                <a:ea typeface="Arial"/>
                <a:cs typeface="Arial"/>
                <a:sym typeface="Arial"/>
              </a:rPr>
              <a:t>imprimirCupom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591300" y="2676525"/>
            <a:ext cx="49339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disciplina de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Lógica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fornece a habilidade de quebrar processos operacionais complexos (como fechar uma venda) em passos minúsculos, condicionais e repetíveis que o computador entende.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838950" y="4333875"/>
            <a:ext cx="5353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Estruturas Condicionais (If/Else):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Regras de negócio.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838950" y="4686300"/>
            <a:ext cx="4686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Laços de Repetição (For/While):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Processar itens do carrinho.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838950" y="5238750"/>
            <a:ext cx="5353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Variáveis: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Armazenar valores temporários (troco).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6096000" y="3549848"/>
            <a:ext cx="5334000" cy="1152525"/>
          </a:xfrm>
          <a:prstGeom prst="roundRect">
            <a:avLst>
              <a:gd fmla="val 66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096000" y="4854773"/>
            <a:ext cx="5334000" cy="1152525"/>
          </a:xfrm>
          <a:prstGeom prst="roundRect">
            <a:avLst>
              <a:gd fmla="val 66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096000" y="850552"/>
            <a:ext cx="6096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INFRAESTRUTURA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096000" y="1202977"/>
            <a:ext cx="5700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Computação em Nuvem (Cloud)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096000" y="2422177"/>
            <a:ext cx="5429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Antigamente, hamburguerias precisavam de um computador servidor nos fundos da loja rodando o sistema local (risco de queimar, perder dados, sem acesso remoto).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334125" y="3787973"/>
            <a:ext cx="585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BaaS (Backend as a Service)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334125" y="4083248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projeto usa Supabase. Banco gerenciado remotamente, seguro, acessível de qualquer lugar do mundo com internet.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334125" y="5092898"/>
            <a:ext cx="585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Hosting em Nuvem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34125" y="5388173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Front-end fica no Netlify (CDN Global). Atualizações do sistema entram no ar automaticamente sem parar a operação da loja.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9240589" y="3752850"/>
            <a:ext cx="2189410" cy="1152525"/>
          </a:xfrm>
          <a:prstGeom prst="roundRect">
            <a:avLst>
              <a:gd fmla="val 991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9240589" y="3752850"/>
            <a:ext cx="38100" cy="11525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3221" y="421481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2592" y="421481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11964" y="421481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120628" y="1952625"/>
            <a:ext cx="595074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Síntese do Semestre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928812" y="2686050"/>
            <a:ext cx="833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Como as disciplinas acadêmicas pavimentaram a construção de um SaaS real.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62000" y="3914775"/>
            <a:ext cx="270327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O ALICERCE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4152900"/>
            <a:ext cx="27032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Lógica de Programação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62000" y="4419600"/>
            <a:ext cx="22578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Estruturando processos operacionais em regras claras.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591371" y="3914775"/>
            <a:ext cx="270327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 FERRAMENTA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3591371" y="4152900"/>
            <a:ext cx="27032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JavaScript / Python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3591371" y="4419600"/>
            <a:ext cx="22578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Tornando as interfaces dinâmicas e os dados inteligentes.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420742" y="3800475"/>
            <a:ext cx="270327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 HOSPEDAGEM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420742" y="4038600"/>
            <a:ext cx="22578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Computação em Nuvem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420742" y="4533900"/>
            <a:ext cx="22578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Distribuindo o sistema globalmente e com segurança.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507289" y="3981450"/>
            <a:ext cx="21176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Produto Final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507289" y="4352925"/>
            <a:ext cx="1789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ERP Escalonável Multiunidade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9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1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666875" y="1052512"/>
            <a:ext cx="5500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https://martinfowler.com/articles/modularizing-react-apps/evolution-4.png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666875" y="1252537"/>
            <a:ext cx="23217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martinfowler.com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666875" y="1824037"/>
            <a:ext cx="8774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https://media.easy-peasy.ai/b838a505-a75e-435a-89c0-92a8d1257967/f757e2e5-94ad-48d0-a631-a9c427cb92c1.png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666875" y="2024062"/>
            <a:ext cx="197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